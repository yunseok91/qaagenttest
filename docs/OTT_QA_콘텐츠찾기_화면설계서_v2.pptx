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A987A5-A41C-44FC-8623-32DEDAF16F5D}">
  <a:tblStyle styleId="{52A987A5-A41C-44FC-8623-32DEDAF16F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3"/>
          <p:cNvGraphicFramePr/>
          <p:nvPr/>
        </p:nvGraphicFramePr>
        <p:xfrm>
          <a:off x="274320" y="182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{52A987A5-A41C-44FC-8623-32DEDAF16F5D}</a:tableStyleId>
              </a:tblPr>
              <a:tblGrid>
                <a:gridCol w="1188725"/>
                <a:gridCol w="2377450"/>
                <a:gridCol w="1371600"/>
                <a:gridCol w="1828800"/>
                <a:gridCol w="1371600"/>
                <a:gridCol w="34747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시스템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화면명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요구사항 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화면 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14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화면 경로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141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OTT 플랫폼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콘텐츠 찾기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-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SC-OTT-DISC-001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Product Owner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홈 &gt; 콘텐츠 찾기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5" name="Google Shape;85;p13"/>
          <p:cNvSpPr txBox="1"/>
          <p:nvPr/>
        </p:nvSpPr>
        <p:spPr>
          <a:xfrm>
            <a:off x="274320" y="914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141F"/>
                </a:solidFill>
                <a:latin typeface="Calibri"/>
                <a:ea typeface="Calibri"/>
                <a:cs typeface="Calibri"/>
                <a:sym typeface="Calibri"/>
              </a:rPr>
              <a:t>콘텐츠 찾기 (Content Discovery)</a:t>
            </a:r>
            <a:endParaRPr/>
          </a:p>
        </p:txBody>
      </p:sp>
      <p:pic>
        <p:nvPicPr>
          <p:cNvPr descr="annotated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371600"/>
            <a:ext cx="6949440" cy="565393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406640" y="1371600"/>
            <a:ext cx="4480560" cy="52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① 로고 / GNB 홈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클릭 시 콘텐츠 찾기 홈(/)으로 이동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홈 이동 시 검색/장르 조건 초기화 여부는 별도 정의 없음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② 로그인 상태 영역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로그인 시 '로그인: {ID}' 형식으로 노출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ID 마스킹 정책 없음 (전체 노출)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③ 로그아웃 / 내 찜목록 버튼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로그인 시에만 노출, 비로그인 시 [로그인] 버튼으로 대체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비로그인 상태에서 찜목록 접근 시도 시 동작 미정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④ 검색 입력창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placeholder: '제목, 키워드 검색...'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검색 대상은 콘텐츠 제목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최대 입력 길이, 특수문자·대소문자 처리 정책 없음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⑤ 장르 드롭다운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기본값 '모든 장르', 선택지: 드라마/공상과학/예능/로맨스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검색어+장르 동시 적용 시 AND/OR 여부 미정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⑥ 검색 버튼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클릭 시 조건에 맞는 결과로 콘텐츠 영역 갱신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검색 결과 0건일 때 화면 정의 없음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응답 지연 시 로딩 표시 여부 없음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⑦ 콘텐츠 카드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구성: 썸네일 / 제목 / 장르 / 평점(5점 만점, 소수점 첫째자리)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한 행 최대 5개 배치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목록 정렬 기준 '기본 정렬'이라고만 기재, 구체적 기준 미정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⑧ 재생 버튼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클릭 시 해당 콘텐츠 재생 시작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비로그인 상태에서 클릭 시 동작 미정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⑨ 찜하기(▼) 버튼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- 클릭 시 찜목록에 추가, 결과를 사용자에게 알린다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알림 방식·문구 미정</a:t>
            </a:r>
            <a:endParaRPr/>
          </a:p>
          <a:p>
            <a:pPr indent="0" lvl="1" marL="45720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C3300"/>
                </a:solidFill>
                <a:latin typeface="Calibri"/>
                <a:ea typeface="Calibri"/>
                <a:cs typeface="Calibri"/>
                <a:sym typeface="Calibri"/>
              </a:rPr>
              <a:t>  - ※ 이미 찜한 콘텐츠 재클릭 시 동작(중복 추가/토글) 미정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4320" y="5760720"/>
            <a:ext cx="6949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참고사항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검색 이탈률 감소가 핵심 KPI. 검색 후 재생 전환율 관리 대상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대상 플랫폼: Web, Mobile Web (Smart TV 별도 화면설계서 참조 예정 - 미작성)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